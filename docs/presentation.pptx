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24384000" cy="13716000"/>
  <p:notesSz cx="6858000" cy="9144000"/>
  <p:embeddedFontLst>
    <p:embeddedFont>
      <p:font typeface="BM DoHyeon"/>
      <p:regular r:id="rId43"/>
    </p:embeddedFont>
    <p:embeddedFont>
      <p:font typeface="Gmarket Sans Bold"/>
      <p:bold r:id="rId44"/>
    </p:embeddedFont>
    <p:embeddedFont>
      <p:font typeface="Pretendard Medium"/>
      <p:bold r:id="rId45"/>
    </p:embeddedFont>
    <p:embeddedFont>
      <p:font typeface="Pretendard SemiBold"/>
      <p:bold r:id="rId46"/>
    </p:embeddedFont>
    <p:embeddedFont>
      <p:font typeface="Pretendard Regular"/>
      <p:regular r:id="rId47"/>
    </p:embeddedFont>
    <p:embeddedFont>
      <p:font typeface="Pretendard Bold"/>
      <p:bold r:id="rId48"/>
    </p:embeddedFont>
    <p:embeddedFont>
      <p:font typeface="UhBee Seulvely"/>
      <p:regular r:id="rId49"/>
    </p:embeddedFont>
    <p:embeddedFont>
      <p:font typeface="Gmarket Sans Medium"/>
      <p:regular r:id="rId50"/>
    </p:embeddedFont>
    <p:embeddedFont>
      <p:font typeface="Gmarket Sans Light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1.fntdata" Type="http://schemas.openxmlformats.org/officeDocument/2006/relationships/font"/><Relationship Id="rId44" Target="fonts/font2.fntdata" Type="http://schemas.openxmlformats.org/officeDocument/2006/relationships/font"/><Relationship Id="rId45" Target="fonts/font3.fntdata" Type="http://schemas.openxmlformats.org/officeDocument/2006/relationships/font"/><Relationship Id="rId46" Target="fonts/font4.fntdata" Type="http://schemas.openxmlformats.org/officeDocument/2006/relationships/font"/><Relationship Id="rId47" Target="fonts/font5.fntdata" Type="http://schemas.openxmlformats.org/officeDocument/2006/relationships/font"/><Relationship Id="rId48" Target="fonts/font6.fntdata" Type="http://schemas.openxmlformats.org/officeDocument/2006/relationships/font"/><Relationship Id="rId49" Target="fonts/font7.fntdata" Type="http://schemas.openxmlformats.org/officeDocument/2006/relationships/font"/><Relationship Id="rId5" Target="tableStyles.xml" Type="http://schemas.openxmlformats.org/officeDocument/2006/relationships/tableStyles"/><Relationship Id="rId50" Target="fonts/font8.fntdata" Type="http://schemas.openxmlformats.org/officeDocument/2006/relationships/font"/><Relationship Id="rId51" Target="fonts/font9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0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0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28.png" Type="http://schemas.openxmlformats.org/officeDocument/2006/relationships/image"/><Relationship Id="rId4" Target="../media/image20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2" Target="../media/image18.png" Type="http://schemas.openxmlformats.org/officeDocument/2006/relationships/image"/><Relationship Id="rId3" Target="../media/image28.png" Type="http://schemas.openxmlformats.org/officeDocument/2006/relationships/image"/><Relationship Id="rId4" Target="../media/image20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31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20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50.png" Type="http://schemas.openxmlformats.org/officeDocument/2006/relationships/image"/><Relationship Id="rId4" Target="../media/image45.png" Type="http://schemas.openxmlformats.org/officeDocument/2006/relationships/image"/><Relationship Id="rId5" Target="../media/image20.png" Type="http://schemas.openxmlformats.org/officeDocument/2006/relationships/image"/><Relationship Id="rId6" Target="../media/image46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45.png" Type="http://schemas.openxmlformats.org/officeDocument/2006/relationships/image"/><Relationship Id="rId6" Target="../media/image20.png" Type="http://schemas.openxmlformats.org/officeDocument/2006/relationships/image"/><Relationship Id="rId7" Target="../media/image46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Relationship Id="rId5" Target="../media/image67.png" Type="http://schemas.openxmlformats.org/officeDocument/2006/relationships/image"/><Relationship Id="rId6" Target="../media/image73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74.png" Type="http://schemas.openxmlformats.org/officeDocument/2006/relationships/image"/><Relationship Id="rId4" Target="../media/image67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2" Target="../media/image78.png" Type="http://schemas.openxmlformats.org/officeDocument/2006/relationships/image"/><Relationship Id="rId3" Target="../media/image67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76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67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67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85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12" Target="../media/image100.png" Type="http://schemas.openxmlformats.org/officeDocument/2006/relationships/image"/><Relationship Id="rId13" Target="../media/image101.png" Type="http://schemas.openxmlformats.org/officeDocument/2006/relationships/image"/><Relationship Id="rId14" Target="../media/image102.png" Type="http://schemas.openxmlformats.org/officeDocument/2006/relationships/image"/><Relationship Id="rId15" Target="../media/image103.png" Type="http://schemas.openxmlformats.org/officeDocument/2006/relationships/image"/><Relationship Id="rId16" Target="../media/image104.png" Type="http://schemas.openxmlformats.org/officeDocument/2006/relationships/image"/><Relationship Id="rId17" Target="../media/image105.png" Type="http://schemas.openxmlformats.org/officeDocument/2006/relationships/image"/><Relationship Id="rId18" Target="../media/image106.png" Type="http://schemas.openxmlformats.org/officeDocument/2006/relationships/image"/><Relationship Id="rId19" Target="../media/image107.png" Type="http://schemas.openxmlformats.org/officeDocument/2006/relationships/image"/><Relationship Id="rId2" Target="../media/image18.png" Type="http://schemas.openxmlformats.org/officeDocument/2006/relationships/image"/><Relationship Id="rId20" Target="../media/image108.png" Type="http://schemas.openxmlformats.org/officeDocument/2006/relationships/image"/><Relationship Id="rId21" Target="../media/image109.png" Type="http://schemas.openxmlformats.org/officeDocument/2006/relationships/image"/><Relationship Id="rId22" Target="../media/image110.png" Type="http://schemas.openxmlformats.org/officeDocument/2006/relationships/image"/><Relationship Id="rId23" Target="../media/image111.png" Type="http://schemas.openxmlformats.org/officeDocument/2006/relationships/image"/><Relationship Id="rId24" Target="../media/image112.png" Type="http://schemas.openxmlformats.org/officeDocument/2006/relationships/image"/><Relationship Id="rId25" Target="../media/image113.png" Type="http://schemas.openxmlformats.org/officeDocument/2006/relationships/image"/><Relationship Id="rId26" Target="../media/image114.png" Type="http://schemas.openxmlformats.org/officeDocument/2006/relationships/image"/><Relationship Id="rId3" Target="../media/image91.png" Type="http://schemas.openxmlformats.org/officeDocument/2006/relationships/image"/><Relationship Id="rId4" Target="../media/image92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6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png" Type="http://schemas.openxmlformats.org/officeDocument/2006/relationships/image"/><Relationship Id="rId12" Target="../media/image123.png" Type="http://schemas.openxmlformats.org/officeDocument/2006/relationships/image"/><Relationship Id="rId13" Target="../media/image124.png" Type="http://schemas.openxmlformats.org/officeDocument/2006/relationships/image"/><Relationship Id="rId14" Target="../media/image125.png" Type="http://schemas.openxmlformats.org/officeDocument/2006/relationships/image"/><Relationship Id="rId15" Target="../media/image126.png" Type="http://schemas.openxmlformats.org/officeDocument/2006/relationships/image"/><Relationship Id="rId16" Target="../media/image127.png" Type="http://schemas.openxmlformats.org/officeDocument/2006/relationships/image"/><Relationship Id="rId17" Target="../media/image128.png" Type="http://schemas.openxmlformats.org/officeDocument/2006/relationships/image"/><Relationship Id="rId18" Target="../media/image129.png" Type="http://schemas.openxmlformats.org/officeDocument/2006/relationships/image"/><Relationship Id="rId19" Target="../media/image130.png" Type="http://schemas.openxmlformats.org/officeDocument/2006/relationships/image"/><Relationship Id="rId2" Target="../media/image18.png" Type="http://schemas.openxmlformats.org/officeDocument/2006/relationships/image"/><Relationship Id="rId20" Target="../media/image131.png" Type="http://schemas.openxmlformats.org/officeDocument/2006/relationships/image"/><Relationship Id="rId21" Target="../media/image132.png" Type="http://schemas.openxmlformats.org/officeDocument/2006/relationships/image"/><Relationship Id="rId3" Target="../media/image115.png" Type="http://schemas.openxmlformats.org/officeDocument/2006/relationships/image"/><Relationship Id="rId4" Target="../media/image116.png" Type="http://schemas.openxmlformats.org/officeDocument/2006/relationships/image"/><Relationship Id="rId5" Target="../media/image92.png" Type="http://schemas.openxmlformats.org/officeDocument/2006/relationships/image"/><Relationship Id="rId6" Target="../media/image117.png" Type="http://schemas.openxmlformats.org/officeDocument/2006/relationships/image"/><Relationship Id="rId7" Target="../media/image118.png" Type="http://schemas.openxmlformats.org/officeDocument/2006/relationships/image"/><Relationship Id="rId8" Target="../media/image119.png" Type="http://schemas.openxmlformats.org/officeDocument/2006/relationships/image"/><Relationship Id="rId9" Target="../media/image1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9.png" Type="http://schemas.openxmlformats.org/officeDocument/2006/relationships/image"/><Relationship Id="rId11" Target="../media/image140.png" Type="http://schemas.openxmlformats.org/officeDocument/2006/relationships/image"/><Relationship Id="rId12" Target="../media/image141.png" Type="http://schemas.openxmlformats.org/officeDocument/2006/relationships/image"/><Relationship Id="rId13" Target="../media/image142.png" Type="http://schemas.openxmlformats.org/officeDocument/2006/relationships/image"/><Relationship Id="rId14" Target="../media/image143.png" Type="http://schemas.openxmlformats.org/officeDocument/2006/relationships/image"/><Relationship Id="rId15" Target="../media/image144.png" Type="http://schemas.openxmlformats.org/officeDocument/2006/relationships/image"/><Relationship Id="rId16" Target="../media/image145.png" Type="http://schemas.openxmlformats.org/officeDocument/2006/relationships/image"/><Relationship Id="rId17" Target="../media/image146.png" Type="http://schemas.openxmlformats.org/officeDocument/2006/relationships/image"/><Relationship Id="rId18" Target="../media/image125.png" Type="http://schemas.openxmlformats.org/officeDocument/2006/relationships/image"/><Relationship Id="rId19" Target="../media/image126.png" Type="http://schemas.openxmlformats.org/officeDocument/2006/relationships/image"/><Relationship Id="rId2" Target="../media/image18.png" Type="http://schemas.openxmlformats.org/officeDocument/2006/relationships/image"/><Relationship Id="rId20" Target="../media/image128.png" Type="http://schemas.openxmlformats.org/officeDocument/2006/relationships/image"/><Relationship Id="rId21" Target="../media/image129.png" Type="http://schemas.openxmlformats.org/officeDocument/2006/relationships/image"/><Relationship Id="rId3" Target="../media/image133.png" Type="http://schemas.openxmlformats.org/officeDocument/2006/relationships/image"/><Relationship Id="rId4" Target="../media/image134.png" Type="http://schemas.openxmlformats.org/officeDocument/2006/relationships/image"/><Relationship Id="rId5" Target="../media/image135.png" Type="http://schemas.openxmlformats.org/officeDocument/2006/relationships/image"/><Relationship Id="rId6" Target="../media/image136.png" Type="http://schemas.openxmlformats.org/officeDocument/2006/relationships/image"/><Relationship Id="rId7" Target="../media/image92.png" Type="http://schemas.openxmlformats.org/officeDocument/2006/relationships/image"/><Relationship Id="rId8" Target="../media/image137.pn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1.png" Type="http://schemas.openxmlformats.org/officeDocument/2006/relationships/image"/><Relationship Id="rId11" Target="../media/image152.png" Type="http://schemas.openxmlformats.org/officeDocument/2006/relationships/image"/><Relationship Id="rId12" Target="../media/image153.png" Type="http://schemas.openxmlformats.org/officeDocument/2006/relationships/image"/><Relationship Id="rId13" Target="../media/image154.png" Type="http://schemas.openxmlformats.org/officeDocument/2006/relationships/image"/><Relationship Id="rId14" Target="../media/image155.png" Type="http://schemas.openxmlformats.org/officeDocument/2006/relationships/image"/><Relationship Id="rId15" Target="../media/image156.png" Type="http://schemas.openxmlformats.org/officeDocument/2006/relationships/image"/><Relationship Id="rId16" Target="../media/image157.png" Type="http://schemas.openxmlformats.org/officeDocument/2006/relationships/image"/><Relationship Id="rId17" Target="../media/image128.png" Type="http://schemas.openxmlformats.org/officeDocument/2006/relationships/image"/><Relationship Id="rId18" Target="../media/image129.png" Type="http://schemas.openxmlformats.org/officeDocument/2006/relationships/image"/><Relationship Id="rId19" Target="../media/image158.png" Type="http://schemas.openxmlformats.org/officeDocument/2006/relationships/image"/><Relationship Id="rId2" Target="../media/image18.png" Type="http://schemas.openxmlformats.org/officeDocument/2006/relationships/image"/><Relationship Id="rId20" Target="../media/image125.png" Type="http://schemas.openxmlformats.org/officeDocument/2006/relationships/image"/><Relationship Id="rId21" Target="../media/image126.png" Type="http://schemas.openxmlformats.org/officeDocument/2006/relationships/image"/><Relationship Id="rId3" Target="../media/image147.png" Type="http://schemas.openxmlformats.org/officeDocument/2006/relationships/image"/><Relationship Id="rId4" Target="../media/image92.png" Type="http://schemas.openxmlformats.org/officeDocument/2006/relationships/image"/><Relationship Id="rId5" Target="../media/image148.png" Type="http://schemas.openxmlformats.org/officeDocument/2006/relationships/image"/><Relationship Id="rId6" Target="../media/image135.png" Type="http://schemas.openxmlformats.org/officeDocument/2006/relationships/image"/><Relationship Id="rId7" Target="../media/image136.png" Type="http://schemas.openxmlformats.org/officeDocument/2006/relationships/image"/><Relationship Id="rId8" Target="../media/image149.png" Type="http://schemas.openxmlformats.org/officeDocument/2006/relationships/image"/><Relationship Id="rId9" Target="../media/image15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2.png" Type="http://schemas.openxmlformats.org/officeDocument/2006/relationships/image"/><Relationship Id="rId11" Target="../media/image163.png" Type="http://schemas.openxmlformats.org/officeDocument/2006/relationships/image"/><Relationship Id="rId12" Target="../media/image164.png" Type="http://schemas.openxmlformats.org/officeDocument/2006/relationships/image"/><Relationship Id="rId13" Target="../media/image165.png" Type="http://schemas.openxmlformats.org/officeDocument/2006/relationships/image"/><Relationship Id="rId14" Target="../media/image166.png" Type="http://schemas.openxmlformats.org/officeDocument/2006/relationships/image"/><Relationship Id="rId15" Target="../media/image167.png" Type="http://schemas.openxmlformats.org/officeDocument/2006/relationships/image"/><Relationship Id="rId16" Target="../media/image128.png" Type="http://schemas.openxmlformats.org/officeDocument/2006/relationships/image"/><Relationship Id="rId17" Target="../media/image168.png" Type="http://schemas.openxmlformats.org/officeDocument/2006/relationships/image"/><Relationship Id="rId18" Target="../media/image169.png" Type="http://schemas.openxmlformats.org/officeDocument/2006/relationships/image"/><Relationship Id="rId19" Target="../media/image170.png" Type="http://schemas.openxmlformats.org/officeDocument/2006/relationships/image"/><Relationship Id="rId2" Target="../media/image78.png" Type="http://schemas.openxmlformats.org/officeDocument/2006/relationships/image"/><Relationship Id="rId20" Target="../media/image171.png" Type="http://schemas.openxmlformats.org/officeDocument/2006/relationships/image"/><Relationship Id="rId21" Target="../media/image172.png" Type="http://schemas.openxmlformats.org/officeDocument/2006/relationships/image"/><Relationship Id="rId22" Target="../media/image173.png" Type="http://schemas.openxmlformats.org/officeDocument/2006/relationships/image"/><Relationship Id="rId23" Target="../media/image174.png" Type="http://schemas.openxmlformats.org/officeDocument/2006/relationships/image"/><Relationship Id="rId24" Target="../media/image175.png" Type="http://schemas.openxmlformats.org/officeDocument/2006/relationships/image"/><Relationship Id="rId25" Target="../media/image176.png" Type="http://schemas.openxmlformats.org/officeDocument/2006/relationships/image"/><Relationship Id="rId26" Target="../media/image177.png" Type="http://schemas.openxmlformats.org/officeDocument/2006/relationships/image"/><Relationship Id="rId3" Target="../media/image92.png" Type="http://schemas.openxmlformats.org/officeDocument/2006/relationships/image"/><Relationship Id="rId4" Target="../media/image135.png" Type="http://schemas.openxmlformats.org/officeDocument/2006/relationships/image"/><Relationship Id="rId5" Target="../media/image136.png" Type="http://schemas.openxmlformats.org/officeDocument/2006/relationships/image"/><Relationship Id="rId6" Target="../media/image159.png" Type="http://schemas.openxmlformats.org/officeDocument/2006/relationships/image"/><Relationship Id="rId7" Target="../media/image160.png" Type="http://schemas.openxmlformats.org/officeDocument/2006/relationships/image"/><Relationship Id="rId8" Target="../media/image161.png" Type="http://schemas.openxmlformats.org/officeDocument/2006/relationships/image"/><Relationship Id="rId9" Target="../media/image15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3.png" Type="http://schemas.openxmlformats.org/officeDocument/2006/relationships/image"/><Relationship Id="rId11" Target="../media/image18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85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86.png" Type="http://schemas.openxmlformats.org/officeDocument/2006/relationships/image"/><Relationship Id="rId18" Target="../media/image130.png" Type="http://schemas.openxmlformats.org/officeDocument/2006/relationships/image"/><Relationship Id="rId19" Target="../media/image187.png" Type="http://schemas.openxmlformats.org/officeDocument/2006/relationships/image"/><Relationship Id="rId2" Target="../media/image18.png" Type="http://schemas.openxmlformats.org/officeDocument/2006/relationships/image"/><Relationship Id="rId20" Target="../media/image188.png" Type="http://schemas.openxmlformats.org/officeDocument/2006/relationships/image"/><Relationship Id="rId21" Target="../media/image189.png" Type="http://schemas.openxmlformats.org/officeDocument/2006/relationships/image"/><Relationship Id="rId22" Target="../media/image190.png" Type="http://schemas.openxmlformats.org/officeDocument/2006/relationships/image"/><Relationship Id="rId23" Target="../media/image191.png" Type="http://schemas.openxmlformats.org/officeDocument/2006/relationships/image"/><Relationship Id="rId24" Target="../media/image192.png" Type="http://schemas.openxmlformats.org/officeDocument/2006/relationships/image"/><Relationship Id="rId25" Target="../media/image193.png" Type="http://schemas.openxmlformats.org/officeDocument/2006/relationships/image"/><Relationship Id="rId26" Target="../media/image194.png" Type="http://schemas.openxmlformats.org/officeDocument/2006/relationships/image"/><Relationship Id="rId27" Target="../media/image195.png" Type="http://schemas.openxmlformats.org/officeDocument/2006/relationships/image"/><Relationship Id="rId28" Target="../media/image196.png" Type="http://schemas.openxmlformats.org/officeDocument/2006/relationships/image"/><Relationship Id="rId29" Target="../media/image197.png" Type="http://schemas.openxmlformats.org/officeDocument/2006/relationships/image"/><Relationship Id="rId3" Target="../media/image92.png" Type="http://schemas.openxmlformats.org/officeDocument/2006/relationships/image"/><Relationship Id="rId30" Target="../media/image198.png" Type="http://schemas.openxmlformats.org/officeDocument/2006/relationships/image"/><Relationship Id="rId31" Target="../media/image199.png" Type="http://schemas.openxmlformats.org/officeDocument/2006/relationships/image"/><Relationship Id="rId32" Target="../media/image200.png" Type="http://schemas.openxmlformats.org/officeDocument/2006/relationships/image"/><Relationship Id="rId4" Target="../media/image178.png" Type="http://schemas.openxmlformats.org/officeDocument/2006/relationships/image"/><Relationship Id="rId5" Target="../media/image179.png" Type="http://schemas.openxmlformats.org/officeDocument/2006/relationships/image"/><Relationship Id="rId6" Target="../media/image180.png" Type="http://schemas.openxmlformats.org/officeDocument/2006/relationships/image"/><Relationship Id="rId7" Target="../media/image181.png" Type="http://schemas.openxmlformats.org/officeDocument/2006/relationships/image"/><Relationship Id="rId8" Target="../media/image182.png" Type="http://schemas.openxmlformats.org/officeDocument/2006/relationships/image"/><Relationship Id="rId9" Target="../media/image15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01.png" Type="http://schemas.openxmlformats.org/officeDocument/2006/relationships/image"/><Relationship Id="rId4" Target="../media/image202.png" Type="http://schemas.openxmlformats.org/officeDocument/2006/relationships/image"/><Relationship Id="rId5" Target="../media/image203.png" Type="http://schemas.openxmlformats.org/officeDocument/2006/relationships/image"/><Relationship Id="rId6" Target="../media/image204.png" Type="http://schemas.openxmlformats.org/officeDocument/2006/relationships/image"/><Relationship Id="rId7" Target="../media/image205.png" Type="http://schemas.openxmlformats.org/officeDocument/2006/relationships/image"/><Relationship Id="rId8" Target="../media/image20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3.png" Type="http://schemas.openxmlformats.org/officeDocument/2006/relationships/image"/><Relationship Id="rId11" Target="../media/image214.png" Type="http://schemas.openxmlformats.org/officeDocument/2006/relationships/image"/><Relationship Id="rId12" Target="../media/image215.png" Type="http://schemas.openxmlformats.org/officeDocument/2006/relationships/image"/><Relationship Id="rId13" Target="../media/image216.png" Type="http://schemas.openxmlformats.org/officeDocument/2006/relationships/image"/><Relationship Id="rId14" Target="../media/image217.png" Type="http://schemas.openxmlformats.org/officeDocument/2006/relationships/image"/><Relationship Id="rId15" Target="../media/image218.png" Type="http://schemas.openxmlformats.org/officeDocument/2006/relationships/image"/><Relationship Id="rId16" Target="../media/image219.png" Type="http://schemas.openxmlformats.org/officeDocument/2006/relationships/image"/><Relationship Id="rId17" Target="../media/image220.png" Type="http://schemas.openxmlformats.org/officeDocument/2006/relationships/image"/><Relationship Id="rId18" Target="../media/image221.png" Type="http://schemas.openxmlformats.org/officeDocument/2006/relationships/image"/><Relationship Id="rId19" Target="../media/image222.png" Type="http://schemas.openxmlformats.org/officeDocument/2006/relationships/image"/><Relationship Id="rId2" Target="../media/image18.png" Type="http://schemas.openxmlformats.org/officeDocument/2006/relationships/image"/><Relationship Id="rId20" Target="../media/image223.png" Type="http://schemas.openxmlformats.org/officeDocument/2006/relationships/image"/><Relationship Id="rId21" Target="../media/image224.png" Type="http://schemas.openxmlformats.org/officeDocument/2006/relationships/image"/><Relationship Id="rId3" Target="../media/image204.png" Type="http://schemas.openxmlformats.org/officeDocument/2006/relationships/image"/><Relationship Id="rId4" Target="../media/image207.png" Type="http://schemas.openxmlformats.org/officeDocument/2006/relationships/image"/><Relationship Id="rId5" Target="../media/image208.png" Type="http://schemas.openxmlformats.org/officeDocument/2006/relationships/image"/><Relationship Id="rId6" Target="../media/image209.png" Type="http://schemas.openxmlformats.org/officeDocument/2006/relationships/image"/><Relationship Id="rId7" Target="../media/image210.png" Type="http://schemas.openxmlformats.org/officeDocument/2006/relationships/image"/><Relationship Id="rId8" Target="../media/image211.png" Type="http://schemas.openxmlformats.org/officeDocument/2006/relationships/image"/><Relationship Id="rId9" Target="../media/image2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25.png" Type="http://schemas.openxmlformats.org/officeDocument/2006/relationships/image"/><Relationship Id="rId4" Target="../media/image226.png" Type="http://schemas.openxmlformats.org/officeDocument/2006/relationships/image"/><Relationship Id="rId5" Target="../media/image227.png" Type="http://schemas.openxmlformats.org/officeDocument/2006/relationships/image"/><Relationship Id="rId6" Target="../media/image204.png" Type="http://schemas.openxmlformats.org/officeDocument/2006/relationships/image"/><Relationship Id="rId7" Target="../media/image228.png" Type="http://schemas.openxmlformats.org/officeDocument/2006/relationships/image"/><Relationship Id="rId8" Target="../media/image22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30.png" Type="http://schemas.openxmlformats.org/officeDocument/2006/relationships/image"/><Relationship Id="rId4" Target="../media/image231.png" Type="http://schemas.openxmlformats.org/officeDocument/2006/relationships/image"/><Relationship Id="rId5" Target="../media/image232.png" Type="http://schemas.openxmlformats.org/officeDocument/2006/relationships/image"/><Relationship Id="rId6" Target="../media/image233.png" Type="http://schemas.openxmlformats.org/officeDocument/2006/relationships/image"/><Relationship Id="rId7" Target="../media/image234.png" Type="http://schemas.openxmlformats.org/officeDocument/2006/relationships/image"/><Relationship Id="rId8" Target="../media/image23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30.png" Type="http://schemas.openxmlformats.org/officeDocument/2006/relationships/image"/><Relationship Id="rId4" Target="../media/image236.png" Type="http://schemas.openxmlformats.org/officeDocument/2006/relationships/image"/><Relationship Id="rId5" Target="../media/image237.png" Type="http://schemas.openxmlformats.org/officeDocument/2006/relationships/image"/><Relationship Id="rId6" Target="../media/image238.png" Type="http://schemas.openxmlformats.org/officeDocument/2006/relationships/image"/><Relationship Id="rId7" Target="../media/image239.png" Type="http://schemas.openxmlformats.org/officeDocument/2006/relationships/image"/><Relationship Id="rId8" Target="../media/image24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30.png" Type="http://schemas.openxmlformats.org/officeDocument/2006/relationships/image"/><Relationship Id="rId4" Target="../media/image241.png" Type="http://schemas.openxmlformats.org/officeDocument/2006/relationships/image"/><Relationship Id="rId5" Target="../media/image242.png" Type="http://schemas.openxmlformats.org/officeDocument/2006/relationships/image"/><Relationship Id="rId6" Target="../media/image243.png" Type="http://schemas.openxmlformats.org/officeDocument/2006/relationships/image"/><Relationship Id="rId7" Target="../media/image244.png" Type="http://schemas.openxmlformats.org/officeDocument/2006/relationships/image"/><Relationship Id="rId8" Target="../media/image24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3.png" Type="http://schemas.openxmlformats.org/officeDocument/2006/relationships/image"/><Relationship Id="rId11" Target="../media/image254.png" Type="http://schemas.openxmlformats.org/officeDocument/2006/relationships/image"/><Relationship Id="rId12" Target="../media/image255.png" Type="http://schemas.openxmlformats.org/officeDocument/2006/relationships/image"/><Relationship Id="rId13" Target="../media/image256.png" Type="http://schemas.openxmlformats.org/officeDocument/2006/relationships/image"/><Relationship Id="rId14" Target="../media/image257.png" Type="http://schemas.openxmlformats.org/officeDocument/2006/relationships/image"/><Relationship Id="rId15" Target="../media/image258.png" Type="http://schemas.openxmlformats.org/officeDocument/2006/relationships/image"/><Relationship Id="rId16" Target="../media/image259.png" Type="http://schemas.openxmlformats.org/officeDocument/2006/relationships/image"/><Relationship Id="rId17" Target="../media/image260.png" Type="http://schemas.openxmlformats.org/officeDocument/2006/relationships/image"/><Relationship Id="rId18" Target="../media/image261.png" Type="http://schemas.openxmlformats.org/officeDocument/2006/relationships/image"/><Relationship Id="rId19" Target="../media/image262.png" Type="http://schemas.openxmlformats.org/officeDocument/2006/relationships/image"/><Relationship Id="rId2" Target="../media/image18.png" Type="http://schemas.openxmlformats.org/officeDocument/2006/relationships/image"/><Relationship Id="rId3" Target="../media/image246.png" Type="http://schemas.openxmlformats.org/officeDocument/2006/relationships/image"/><Relationship Id="rId4" Target="../media/image247.png" Type="http://schemas.openxmlformats.org/officeDocument/2006/relationships/image"/><Relationship Id="rId5" Target="../media/image248.png" Type="http://schemas.openxmlformats.org/officeDocument/2006/relationships/image"/><Relationship Id="rId6" Target="../media/image249.png" Type="http://schemas.openxmlformats.org/officeDocument/2006/relationships/image"/><Relationship Id="rId7" Target="../media/image250.png" Type="http://schemas.openxmlformats.org/officeDocument/2006/relationships/image"/><Relationship Id="rId8" Target="../media/image251.png" Type="http://schemas.openxmlformats.org/officeDocument/2006/relationships/image"/><Relationship Id="rId9" Target="../media/image25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0.png" Type="http://schemas.openxmlformats.org/officeDocument/2006/relationships/image"/><Relationship Id="rId11" Target="../media/image271.png" Type="http://schemas.openxmlformats.org/officeDocument/2006/relationships/image"/><Relationship Id="rId12" Target="../media/image272.png" Type="http://schemas.openxmlformats.org/officeDocument/2006/relationships/image"/><Relationship Id="rId13" Target="../media/image273.png" Type="http://schemas.openxmlformats.org/officeDocument/2006/relationships/image"/><Relationship Id="rId14" Target="../media/image274.png" Type="http://schemas.openxmlformats.org/officeDocument/2006/relationships/image"/><Relationship Id="rId15" Target="../media/image275.png" Type="http://schemas.openxmlformats.org/officeDocument/2006/relationships/image"/><Relationship Id="rId16" Target="../media/image276.png" Type="http://schemas.openxmlformats.org/officeDocument/2006/relationships/image"/><Relationship Id="rId17" Target="../media/image277.png" Type="http://schemas.openxmlformats.org/officeDocument/2006/relationships/image"/><Relationship Id="rId2" Target="../media/image18.png" Type="http://schemas.openxmlformats.org/officeDocument/2006/relationships/image"/><Relationship Id="rId3" Target="../media/image263.png" Type="http://schemas.openxmlformats.org/officeDocument/2006/relationships/image"/><Relationship Id="rId4" Target="../media/image264.png" Type="http://schemas.openxmlformats.org/officeDocument/2006/relationships/image"/><Relationship Id="rId5" Target="../media/image265.png" Type="http://schemas.openxmlformats.org/officeDocument/2006/relationships/image"/><Relationship Id="rId6" Target="../media/image266.png" Type="http://schemas.openxmlformats.org/officeDocument/2006/relationships/image"/><Relationship Id="rId7" Target="../media/image267.png" Type="http://schemas.openxmlformats.org/officeDocument/2006/relationships/image"/><Relationship Id="rId8" Target="../media/image268.png" Type="http://schemas.openxmlformats.org/officeDocument/2006/relationships/image"/><Relationship Id="rId9" Target="../media/image26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4.png" Type="http://schemas.openxmlformats.org/officeDocument/2006/relationships/image"/><Relationship Id="rId11" Target="../media/image285.png" Type="http://schemas.openxmlformats.org/officeDocument/2006/relationships/image"/><Relationship Id="rId12" Target="../media/image286.png" Type="http://schemas.openxmlformats.org/officeDocument/2006/relationships/image"/><Relationship Id="rId13" Target="../media/image287.png" Type="http://schemas.openxmlformats.org/officeDocument/2006/relationships/image"/><Relationship Id="rId14" Target="../media/image288.png" Type="http://schemas.openxmlformats.org/officeDocument/2006/relationships/image"/><Relationship Id="rId2" Target="../media/image18.png" Type="http://schemas.openxmlformats.org/officeDocument/2006/relationships/image"/><Relationship Id="rId3" Target="../media/image278.png" Type="http://schemas.openxmlformats.org/officeDocument/2006/relationships/image"/><Relationship Id="rId4" Target="../media/image279.png" Type="http://schemas.openxmlformats.org/officeDocument/2006/relationships/image"/><Relationship Id="rId5" Target="../media/image244.png" Type="http://schemas.openxmlformats.org/officeDocument/2006/relationships/image"/><Relationship Id="rId6" Target="../media/image280.png" Type="http://schemas.openxmlformats.org/officeDocument/2006/relationships/image"/><Relationship Id="rId7" Target="../media/image281.png" Type="http://schemas.openxmlformats.org/officeDocument/2006/relationships/image"/><Relationship Id="rId8" Target="../media/image282.png" Type="http://schemas.openxmlformats.org/officeDocument/2006/relationships/image"/><Relationship Id="rId9" Target="../media/image28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6.png" Type="http://schemas.openxmlformats.org/officeDocument/2006/relationships/image"/><Relationship Id="rId11" Target="../media/image297.png" Type="http://schemas.openxmlformats.org/officeDocument/2006/relationships/image"/><Relationship Id="rId12" Target="../media/image298.png" Type="http://schemas.openxmlformats.org/officeDocument/2006/relationships/image"/><Relationship Id="rId13" Target="../media/image299.png" Type="http://schemas.openxmlformats.org/officeDocument/2006/relationships/image"/><Relationship Id="rId14" Target="../media/image300.png" Type="http://schemas.openxmlformats.org/officeDocument/2006/relationships/image"/><Relationship Id="rId15" Target="../media/image301.png" Type="http://schemas.openxmlformats.org/officeDocument/2006/relationships/image"/><Relationship Id="rId16" Target="../media/image302.png" Type="http://schemas.openxmlformats.org/officeDocument/2006/relationships/image"/><Relationship Id="rId17" Target="../media/image303.png" Type="http://schemas.openxmlformats.org/officeDocument/2006/relationships/image"/><Relationship Id="rId18" Target="../media/image304.png" Type="http://schemas.openxmlformats.org/officeDocument/2006/relationships/image"/><Relationship Id="rId19" Target="../media/image278.png" Type="http://schemas.openxmlformats.org/officeDocument/2006/relationships/image"/><Relationship Id="rId2" Target="../media/image18.png" Type="http://schemas.openxmlformats.org/officeDocument/2006/relationships/image"/><Relationship Id="rId3" Target="../media/image289.png" Type="http://schemas.openxmlformats.org/officeDocument/2006/relationships/image"/><Relationship Id="rId4" Target="../media/image290.png" Type="http://schemas.openxmlformats.org/officeDocument/2006/relationships/image"/><Relationship Id="rId5" Target="../media/image291.png" Type="http://schemas.openxmlformats.org/officeDocument/2006/relationships/image"/><Relationship Id="rId6" Target="../media/image292.png" Type="http://schemas.openxmlformats.org/officeDocument/2006/relationships/image"/><Relationship Id="rId7" Target="../media/image293.png" Type="http://schemas.openxmlformats.org/officeDocument/2006/relationships/image"/><Relationship Id="rId8" Target="../media/image294.png" Type="http://schemas.openxmlformats.org/officeDocument/2006/relationships/image"/><Relationship Id="rId9" Target="../media/image29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2.png" Type="http://schemas.openxmlformats.org/officeDocument/2006/relationships/image"/><Relationship Id="rId11" Target="../media/image313.png" Type="http://schemas.openxmlformats.org/officeDocument/2006/relationships/image"/><Relationship Id="rId12" Target="../media/image314.png" Type="http://schemas.openxmlformats.org/officeDocument/2006/relationships/image"/><Relationship Id="rId13" Target="../media/image315.png" Type="http://schemas.openxmlformats.org/officeDocument/2006/relationships/image"/><Relationship Id="rId2" Target="../media/image18.png" Type="http://schemas.openxmlformats.org/officeDocument/2006/relationships/image"/><Relationship Id="rId3" Target="../media/image305.png" Type="http://schemas.openxmlformats.org/officeDocument/2006/relationships/image"/><Relationship Id="rId4" Target="../media/image306.png" Type="http://schemas.openxmlformats.org/officeDocument/2006/relationships/image"/><Relationship Id="rId5" Target="../media/image307.png" Type="http://schemas.openxmlformats.org/officeDocument/2006/relationships/image"/><Relationship Id="rId6" Target="../media/image308.png" Type="http://schemas.openxmlformats.org/officeDocument/2006/relationships/image"/><Relationship Id="rId7" Target="../media/image309.png" Type="http://schemas.openxmlformats.org/officeDocument/2006/relationships/image"/><Relationship Id="rId8" Target="../media/image310.png" Type="http://schemas.openxmlformats.org/officeDocument/2006/relationships/image"/><Relationship Id="rId9" Target="../media/image31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2.png" Type="http://schemas.openxmlformats.org/officeDocument/2006/relationships/image"/><Relationship Id="rId11" Target="../media/image323.png" Type="http://schemas.openxmlformats.org/officeDocument/2006/relationships/image"/><Relationship Id="rId12" Target="../media/image324.png" Type="http://schemas.openxmlformats.org/officeDocument/2006/relationships/image"/><Relationship Id="rId13" Target="../media/image325.png" Type="http://schemas.openxmlformats.org/officeDocument/2006/relationships/image"/><Relationship Id="rId14" Target="../media/image326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316.png" Type="http://schemas.openxmlformats.org/officeDocument/2006/relationships/image"/><Relationship Id="rId5" Target="../media/image317.png" Type="http://schemas.openxmlformats.org/officeDocument/2006/relationships/image"/><Relationship Id="rId6" Target="../media/image318.png" Type="http://schemas.openxmlformats.org/officeDocument/2006/relationships/image"/><Relationship Id="rId7" Target="../media/image319.png" Type="http://schemas.openxmlformats.org/officeDocument/2006/relationships/image"/><Relationship Id="rId8" Target="../media/image320.png" Type="http://schemas.openxmlformats.org/officeDocument/2006/relationships/image"/><Relationship Id="rId9" Target="../media/image32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9.png" Type="http://schemas.openxmlformats.org/officeDocument/2006/relationships/image"/><Relationship Id="rId4" Target="../media/image327.png" Type="http://schemas.openxmlformats.org/officeDocument/2006/relationships/image"/><Relationship Id="rId5" Target="../media/image328.png" Type="http://schemas.openxmlformats.org/officeDocument/2006/relationships/image"/><Relationship Id="rId6" Target="../media/image329.png" Type="http://schemas.openxmlformats.org/officeDocument/2006/relationships/image"/><Relationship Id="rId7" Target="../media/image330.png" Type="http://schemas.openxmlformats.org/officeDocument/2006/relationships/image"/><Relationship Id="rId8" Target="../media/image33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32.png" Type="http://schemas.openxmlformats.org/officeDocument/2006/relationships/image"/><Relationship Id="rId4" Target="../media/image10.png" Type="http://schemas.openxmlformats.org/officeDocument/2006/relationships/image"/><Relationship Id="rId5" Target="../media/image333.png" Type="http://schemas.openxmlformats.org/officeDocument/2006/relationships/image"/><Relationship Id="rId6" Target="../media/image3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33333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2148000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46200" y="889000"/>
            <a:ext cx="22352000" cy="1193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457700" y="11252200"/>
            <a:ext cx="15481300" cy="520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55200" y="1790700"/>
            <a:ext cx="46863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712200" y="3213100"/>
            <a:ext cx="6819900" cy="1016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90100" y="9410700"/>
            <a:ext cx="4851400" cy="76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44900" y="5194300"/>
            <a:ext cx="17602200" cy="233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32000" y="393700"/>
            <a:ext cx="13335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33333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-12000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184900" y="3124200"/>
            <a:ext cx="27686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833100" y="2997200"/>
            <a:ext cx="70104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69600" y="4406900"/>
            <a:ext cx="70104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69600" y="5829300"/>
            <a:ext cx="70104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7264400"/>
            <a:ext cx="70104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833100" y="8686800"/>
            <a:ext cx="70104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833100" y="10121900"/>
            <a:ext cx="48387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86100" y="3987800"/>
            <a:ext cx="19011900" cy="5727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2209800"/>
            <a:ext cx="56134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35300" y="8991600"/>
            <a:ext cx="19494500" cy="3619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97200" y="9334500"/>
            <a:ext cx="19507200" cy="274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86200" y="2755900"/>
            <a:ext cx="17411700" cy="576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2209800"/>
            <a:ext cx="56134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082800"/>
            <a:ext cx="5613400" cy="59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207000" y="2679700"/>
            <a:ext cx="16014700" cy="927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120900"/>
            <a:ext cx="4495800" cy="58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7300" y="1130300"/>
            <a:ext cx="83820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7300" y="2082800"/>
            <a:ext cx="56134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33600" y="4000500"/>
            <a:ext cx="20116800" cy="2654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33600" y="3200400"/>
            <a:ext cx="20116800" cy="889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16200" y="3340100"/>
            <a:ext cx="73406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648700" y="5765800"/>
            <a:ext cx="7200900" cy="584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4356100"/>
            <a:ext cx="19075400" cy="199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38400" y="7289800"/>
            <a:ext cx="19507200" cy="5867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147300" y="8737600"/>
            <a:ext cx="1270000" cy="584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883900" y="9893300"/>
            <a:ext cx="1270000" cy="584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289800" y="11112500"/>
            <a:ext cx="8509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636000" y="12395200"/>
            <a:ext cx="850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2120900"/>
            <a:ext cx="4495800" cy="58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7300" y="1130300"/>
            <a:ext cx="83820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7300" y="2082800"/>
            <a:ext cx="56134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33600" y="3975100"/>
            <a:ext cx="20116800" cy="1244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33600" y="3175000"/>
            <a:ext cx="20116800" cy="889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16200" y="3314700"/>
            <a:ext cx="73406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585200" y="4330700"/>
            <a:ext cx="7200900" cy="584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4330700"/>
            <a:ext cx="190754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3300" y="5588000"/>
            <a:ext cx="22301200" cy="697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849100" y="1346200"/>
            <a:ext cx="11938000" cy="10871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222500"/>
            <a:ext cx="41910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1143000"/>
            <a:ext cx="8382000" cy="95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2700" y="2209800"/>
            <a:ext cx="36195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97300" y="3098800"/>
            <a:ext cx="43561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9400" y="12915900"/>
            <a:ext cx="9855200" cy="46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2514600"/>
            <a:ext cx="112268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976100" y="1079500"/>
            <a:ext cx="11938000" cy="10871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222500"/>
            <a:ext cx="41910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1143000"/>
            <a:ext cx="8382000" cy="95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2700" y="2209800"/>
            <a:ext cx="36195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95500" y="3733800"/>
            <a:ext cx="77470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984500" y="7480300"/>
            <a:ext cx="57785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58800" y="3733800"/>
            <a:ext cx="10820400" cy="664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39500" y="635000"/>
            <a:ext cx="13106400" cy="1193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92500" y="3467100"/>
            <a:ext cx="51689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2222500"/>
            <a:ext cx="41910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1143000"/>
            <a:ext cx="83820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2700" y="2209800"/>
            <a:ext cx="36195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35400" y="6946900"/>
            <a:ext cx="43688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" y="3467100"/>
            <a:ext cx="10922000" cy="759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2700" y="2222500"/>
            <a:ext cx="2667000" cy="58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62100" y="2209800"/>
            <a:ext cx="33528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16200" y="4178300"/>
            <a:ext cx="19151600" cy="673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53300" y="8839200"/>
            <a:ext cx="8293100" cy="1231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92000" y="6959600"/>
            <a:ext cx="59055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03600" y="6172200"/>
            <a:ext cx="16205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1600" y="3111500"/>
            <a:ext cx="58928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71600" y="4000500"/>
            <a:ext cx="21869400" cy="7785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4900" y="2222500"/>
            <a:ext cx="2336800" cy="58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2209800"/>
            <a:ext cx="32766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375900" y="4648200"/>
            <a:ext cx="1016000" cy="695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95400" y="2946400"/>
            <a:ext cx="36068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2700" y="2806700"/>
            <a:ext cx="2971800" cy="59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36700" y="3721100"/>
            <a:ext cx="19900900" cy="9004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222500"/>
            <a:ext cx="23368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2209800"/>
            <a:ext cx="32766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4900" y="3822700"/>
            <a:ext cx="22186900" cy="9525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00" y="2273300"/>
            <a:ext cx="59690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2209800"/>
            <a:ext cx="62484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5400" y="2921000"/>
            <a:ext cx="65786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39900" y="4432300"/>
            <a:ext cx="21259800" cy="8432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2209800"/>
            <a:ext cx="53721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528800" y="609600"/>
            <a:ext cx="8470900" cy="3543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2209800"/>
            <a:ext cx="62484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719300" y="3479800"/>
            <a:ext cx="7874000" cy="53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10388600"/>
            <a:ext cx="1447800" cy="228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73300" y="9702800"/>
            <a:ext cx="3378200" cy="355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3500" y="2895600"/>
            <a:ext cx="1104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4100" y="2273300"/>
            <a:ext cx="59690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2209800"/>
            <a:ext cx="62484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2895600"/>
            <a:ext cx="11049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44900" y="3479800"/>
            <a:ext cx="17094200" cy="906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40300" y="7543800"/>
            <a:ext cx="65405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198600" y="6858000"/>
            <a:ext cx="65405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4100" y="2273300"/>
            <a:ext cx="59690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2209800"/>
            <a:ext cx="62484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2895600"/>
            <a:ext cx="11049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37400" y="406400"/>
            <a:ext cx="17246600" cy="1290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4100" y="10452100"/>
            <a:ext cx="54864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83200" y="7480300"/>
            <a:ext cx="4064000" cy="2438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46300" y="4445000"/>
            <a:ext cx="21628100" cy="201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91100" y="4445000"/>
            <a:ext cx="3911600" cy="190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91100" y="7442200"/>
            <a:ext cx="3911600" cy="2438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54100" y="4445000"/>
            <a:ext cx="3911600" cy="190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72600" y="4445000"/>
            <a:ext cx="3911600" cy="190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83200" y="4445000"/>
            <a:ext cx="3911600" cy="190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72600" y="7480300"/>
            <a:ext cx="3911600" cy="2413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13754100" y="7480300"/>
            <a:ext cx="3911600" cy="241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6756400" y="6845300"/>
            <a:ext cx="254000" cy="21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061700" y="6845300"/>
            <a:ext cx="254000" cy="21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5367000" y="6845300"/>
            <a:ext cx="254000" cy="215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9672300" y="6845300"/>
            <a:ext cx="254000" cy="215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130800" y="4953000"/>
            <a:ext cx="3632200" cy="59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12300" y="4775200"/>
            <a:ext cx="3632200" cy="1231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893800" y="4953000"/>
            <a:ext cx="3632200" cy="59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97500" y="4953000"/>
            <a:ext cx="3632200" cy="596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499600" y="8458200"/>
            <a:ext cx="3632200" cy="736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881100" y="8470900"/>
            <a:ext cx="3632200" cy="736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135600" y="8458200"/>
            <a:ext cx="3632200" cy="95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09600" y="4445000"/>
            <a:ext cx="3911600" cy="1905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09600" y="7442200"/>
            <a:ext cx="3911600" cy="2438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146300" y="6845300"/>
            <a:ext cx="254000" cy="215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49300" y="8458200"/>
            <a:ext cx="3632200" cy="736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00100" y="4953000"/>
            <a:ext cx="3632200" cy="596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130800" y="8458200"/>
            <a:ext cx="3632200" cy="736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8237200" y="8699500"/>
            <a:ext cx="3746500" cy="863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8034000" y="7569200"/>
            <a:ext cx="3784600" cy="635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70000" y="2209800"/>
            <a:ext cx="2273300" cy="584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70000" y="2209800"/>
            <a:ext cx="155956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4508500"/>
            <a:ext cx="10439400" cy="7620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2184400"/>
            <a:ext cx="21082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2209800"/>
            <a:ext cx="155956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07900" y="4508500"/>
            <a:ext cx="10388600" cy="7620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07900" y="3657600"/>
            <a:ext cx="103886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73500" y="3797300"/>
            <a:ext cx="20701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131800" y="5740400"/>
            <a:ext cx="8788400" cy="492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0" y="3657600"/>
            <a:ext cx="10439400" cy="889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38300" y="4546600"/>
            <a:ext cx="10236200" cy="7505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946400" y="5156200"/>
            <a:ext cx="7734300" cy="62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82800" y="5156200"/>
            <a:ext cx="571500" cy="57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082800" y="5181600"/>
            <a:ext cx="558800" cy="596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844800" y="6540500"/>
            <a:ext cx="9067800" cy="2336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70100" y="6540500"/>
            <a:ext cx="584200" cy="584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70100" y="6565900"/>
            <a:ext cx="571500" cy="609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82800" y="9474200"/>
            <a:ext cx="584200" cy="584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82800" y="9499600"/>
            <a:ext cx="571500" cy="533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946400" y="9474200"/>
            <a:ext cx="7734300" cy="622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457700" y="3822700"/>
            <a:ext cx="38481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476500" y="7099300"/>
            <a:ext cx="9436100" cy="499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14500" y="3822700"/>
            <a:ext cx="5524500" cy="59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38400" y="4508500"/>
            <a:ext cx="9525000" cy="762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3657600"/>
            <a:ext cx="9525000" cy="88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14800" y="3822700"/>
            <a:ext cx="61722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0000" y="2235200"/>
            <a:ext cx="1168400" cy="584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0000" y="2209800"/>
            <a:ext cx="155956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07900" y="4546600"/>
            <a:ext cx="9525000" cy="7620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07900" y="3657600"/>
            <a:ext cx="9525000" cy="889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884400" y="5384800"/>
            <a:ext cx="4572000" cy="2743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614400" y="7848600"/>
            <a:ext cx="6845300" cy="137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135100" y="10172700"/>
            <a:ext cx="6070600" cy="685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02000" y="3797300"/>
            <a:ext cx="23368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14600" y="4546600"/>
            <a:ext cx="9385300" cy="7518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111500" y="4711700"/>
            <a:ext cx="8077200" cy="2006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111500" y="7391400"/>
            <a:ext cx="8191500" cy="4419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584700" y="7391400"/>
            <a:ext cx="571500" cy="571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584700" y="7404100"/>
            <a:ext cx="558800" cy="596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584700" y="9893300"/>
            <a:ext cx="584200" cy="584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584700" y="9906000"/>
            <a:ext cx="5715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2286000"/>
            <a:ext cx="4267200" cy="58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2209800"/>
            <a:ext cx="155956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01600" y="4508500"/>
            <a:ext cx="9525000" cy="7620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01600" y="3657600"/>
            <a:ext cx="9525000" cy="889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808200" y="3822700"/>
            <a:ext cx="55245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639800" y="7429500"/>
            <a:ext cx="7848600" cy="137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46200" y="10236200"/>
            <a:ext cx="70485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106400" y="4724400"/>
            <a:ext cx="8915400" cy="2057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70200" y="9448800"/>
            <a:ext cx="33782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70100" y="4508500"/>
            <a:ext cx="10287000" cy="762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184400" y="4572000"/>
            <a:ext cx="10083800" cy="7505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057400" y="3670300"/>
            <a:ext cx="10287000" cy="889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114800" y="3810000"/>
            <a:ext cx="61722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501900" y="8216900"/>
            <a:ext cx="584200" cy="584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489200" y="8242300"/>
            <a:ext cx="571500" cy="609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692400" y="5524500"/>
            <a:ext cx="9359900" cy="6019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016500" y="5524500"/>
            <a:ext cx="571500" cy="571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003800" y="5537200"/>
            <a:ext cx="5588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07900" y="4546600"/>
            <a:ext cx="9525000" cy="7620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07900" y="3657600"/>
            <a:ext cx="9525000" cy="88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14500" y="3822700"/>
            <a:ext cx="55245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" y="2222500"/>
            <a:ext cx="37592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2209800"/>
            <a:ext cx="155956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058900" y="-762000"/>
            <a:ext cx="9525000" cy="88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35300" y="-584200"/>
            <a:ext cx="61722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49500" y="3657600"/>
            <a:ext cx="9613900" cy="889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114800" y="3822700"/>
            <a:ext cx="61722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38400" y="4584700"/>
            <a:ext cx="9525000" cy="762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38400" y="4546600"/>
            <a:ext cx="9525000" cy="7607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594100" y="4978400"/>
            <a:ext cx="8509000" cy="2514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79700" y="4978400"/>
            <a:ext cx="6604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79700" y="5003800"/>
            <a:ext cx="647700" cy="622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594100" y="7937500"/>
            <a:ext cx="8039100" cy="62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679700" y="7924800"/>
            <a:ext cx="584200" cy="584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679700" y="7937500"/>
            <a:ext cx="571500" cy="62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717800" y="9232900"/>
            <a:ext cx="622300" cy="622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705100" y="9245600"/>
            <a:ext cx="609600" cy="622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606800" y="9232900"/>
            <a:ext cx="7378700" cy="1879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779500" y="4978400"/>
            <a:ext cx="8115300" cy="8420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890500" y="4978400"/>
            <a:ext cx="596900" cy="596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877800" y="4991100"/>
            <a:ext cx="596900" cy="622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877800" y="6426200"/>
            <a:ext cx="609600" cy="609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865100" y="6451600"/>
            <a:ext cx="609600" cy="635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100300" y="4559300"/>
            <a:ext cx="38481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222500"/>
            <a:ext cx="50800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2209800"/>
            <a:ext cx="155956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05000" y="4508500"/>
            <a:ext cx="10058400" cy="805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07900" y="3657600"/>
            <a:ext cx="10007600" cy="890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3657600"/>
            <a:ext cx="100584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114800" y="3822700"/>
            <a:ext cx="61722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05000" y="4546600"/>
            <a:ext cx="9982200" cy="800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517900" y="4889500"/>
            <a:ext cx="7975600" cy="68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79700" y="4953000"/>
            <a:ext cx="5715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67000" y="4978400"/>
            <a:ext cx="558800" cy="59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517900" y="5918200"/>
            <a:ext cx="8039100" cy="685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667000" y="5969000"/>
            <a:ext cx="5842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654300" y="5994400"/>
            <a:ext cx="571500" cy="609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467100" y="7988300"/>
            <a:ext cx="8128000" cy="3581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679700" y="7099300"/>
            <a:ext cx="584200" cy="584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667000" y="7124700"/>
            <a:ext cx="571500" cy="533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517900" y="7010400"/>
            <a:ext cx="2641600" cy="685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395200" y="3657600"/>
            <a:ext cx="9969500" cy="850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081500" y="3771900"/>
            <a:ext cx="850900" cy="622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957300" y="7708900"/>
            <a:ext cx="6426200" cy="4343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227300" y="8305800"/>
            <a:ext cx="3949700" cy="3683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947900" y="9639300"/>
            <a:ext cx="4660900" cy="1003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744700" y="7721600"/>
            <a:ext cx="4864100" cy="584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185900" y="5613400"/>
            <a:ext cx="5778500" cy="1778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982700" y="4800600"/>
            <a:ext cx="2247900" cy="685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679700" y="11709400"/>
            <a:ext cx="584200" cy="584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667000" y="11734800"/>
            <a:ext cx="571500" cy="533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441700" y="11709400"/>
            <a:ext cx="6997700" cy="685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3106400" y="4851400"/>
            <a:ext cx="584200" cy="584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3093700" y="4864100"/>
            <a:ext cx="571500" cy="533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182600" y="4813300"/>
            <a:ext cx="584200" cy="584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169900" y="4826000"/>
            <a:ext cx="5715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16200" y="4597400"/>
            <a:ext cx="19151600" cy="7226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0" y="5067300"/>
            <a:ext cx="18554700" cy="671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" y="3403600"/>
            <a:ext cx="208915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2209800"/>
            <a:ext cx="90170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5400" y="2209800"/>
            <a:ext cx="10375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8800" y="3987800"/>
            <a:ext cx="3975100" cy="59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5400" y="3225800"/>
            <a:ext cx="21894800" cy="398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84600" y="4737100"/>
            <a:ext cx="6464300" cy="177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0" y="3683000"/>
            <a:ext cx="42164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49400" y="5029200"/>
            <a:ext cx="71755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61000" y="3683000"/>
            <a:ext cx="29591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95400" y="8356600"/>
            <a:ext cx="21894800" cy="3987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09800" y="9156700"/>
            <a:ext cx="52959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63100" y="9156700"/>
            <a:ext cx="58039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979900" y="9156700"/>
            <a:ext cx="5511800" cy="59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200400" y="10350500"/>
            <a:ext cx="31496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871200" y="10350500"/>
            <a:ext cx="3175000" cy="596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580100" y="10350500"/>
            <a:ext cx="24638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10502900" y="5194300"/>
            <a:ext cx="39878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6540500" y="10312400"/>
            <a:ext cx="3987800" cy="63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14185900" y="10312400"/>
            <a:ext cx="3987800" cy="63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19200" y="7442200"/>
            <a:ext cx="9652000" cy="584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95400" y="7429500"/>
            <a:ext cx="10375900" cy="596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54100" y="2311400"/>
            <a:ext cx="4953000" cy="584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95400" y="2324100"/>
            <a:ext cx="50546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16200" y="4597400"/>
            <a:ext cx="19151600" cy="7226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67000" y="5105400"/>
            <a:ext cx="19050000" cy="6210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67000" y="3403600"/>
            <a:ext cx="181356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7300" y="2222500"/>
            <a:ext cx="61976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2400" y="2209800"/>
            <a:ext cx="10375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16200" y="4597400"/>
            <a:ext cx="19151600" cy="673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3403600"/>
            <a:ext cx="191516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65500" y="5207000"/>
            <a:ext cx="17653000" cy="551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2273300"/>
            <a:ext cx="7772400" cy="53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5400" y="2209800"/>
            <a:ext cx="76962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16200" y="4597400"/>
            <a:ext cx="19151600" cy="796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3403600"/>
            <a:ext cx="191516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05100" y="5334000"/>
            <a:ext cx="18948400" cy="6311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2222500"/>
            <a:ext cx="90043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5400" y="2209800"/>
            <a:ext cx="93472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16200" y="4597400"/>
            <a:ext cx="19151600" cy="660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3403600"/>
            <a:ext cx="195580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17800" y="5473700"/>
            <a:ext cx="18961100" cy="4889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5400" y="2222500"/>
            <a:ext cx="83566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5400" y="2209800"/>
            <a:ext cx="93472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874500" y="254000"/>
            <a:ext cx="12509500" cy="1304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88800" y="723900"/>
            <a:ext cx="7480300" cy="622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88800" y="1930400"/>
            <a:ext cx="4419600" cy="622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408400" y="12839700"/>
            <a:ext cx="3060700" cy="622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09600" y="12839700"/>
            <a:ext cx="3098800" cy="622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88800" y="1308100"/>
            <a:ext cx="10553700" cy="622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8000" y="3416300"/>
            <a:ext cx="10871200" cy="833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8000" y="2921000"/>
            <a:ext cx="10871200" cy="990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118100" y="3162300"/>
            <a:ext cx="16637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54100" y="4267200"/>
            <a:ext cx="12192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54100" y="5257800"/>
            <a:ext cx="12700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81100" y="4267200"/>
            <a:ext cx="58674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3000" y="5207000"/>
            <a:ext cx="5880100" cy="596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81100" y="6083300"/>
            <a:ext cx="84328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997200" y="6908800"/>
            <a:ext cx="8039100" cy="440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844800" y="6883400"/>
            <a:ext cx="2692400" cy="711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33300" y="596900"/>
            <a:ext cx="11950700" cy="1236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583400" y="990600"/>
            <a:ext cx="3073400" cy="1211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510000" y="990600"/>
            <a:ext cx="3073400" cy="1211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03300" y="990600"/>
            <a:ext cx="2806700" cy="1211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4800" y="3771900"/>
            <a:ext cx="11887200" cy="744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4800" y="3302000"/>
            <a:ext cx="11887200" cy="93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4584700"/>
            <a:ext cx="98044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2700" y="8864600"/>
            <a:ext cx="9702800" cy="177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5295900"/>
            <a:ext cx="94869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4200" y="5791200"/>
            <a:ext cx="11341100" cy="2768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38200" y="5816600"/>
            <a:ext cx="19177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38200" y="6337300"/>
            <a:ext cx="16002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38200" y="7480300"/>
            <a:ext cx="1498600" cy="508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997200" y="3517900"/>
            <a:ext cx="6502400" cy="495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25400" y="3949700"/>
            <a:ext cx="11569700" cy="767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50900" y="10604500"/>
            <a:ext cx="83566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27400" y="9715500"/>
            <a:ext cx="6921500" cy="444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54000" y="4737100"/>
            <a:ext cx="11112500" cy="688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25400" y="3467100"/>
            <a:ext cx="11569700" cy="977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3683000"/>
            <a:ext cx="115697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8600" y="2933700"/>
            <a:ext cx="12357100" cy="922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71500" y="10668000"/>
            <a:ext cx="6032500" cy="228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71500" y="10934700"/>
            <a:ext cx="5702300" cy="228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96900" y="3949700"/>
            <a:ext cx="9499600" cy="228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046700" y="12331700"/>
            <a:ext cx="60452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506200" y="3124200"/>
            <a:ext cx="12255500" cy="8191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506200" y="2641600"/>
            <a:ext cx="12255500" cy="97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98300" y="3873500"/>
            <a:ext cx="116205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36400" y="2832100"/>
            <a:ext cx="11569700" cy="49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3378200"/>
            <a:ext cx="10375900" cy="741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798300" y="4610100"/>
            <a:ext cx="9004300" cy="250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98300" y="7200900"/>
            <a:ext cx="116205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798300" y="7899400"/>
            <a:ext cx="11620500" cy="97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798300" y="9588500"/>
            <a:ext cx="11620500" cy="46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798300" y="10147300"/>
            <a:ext cx="116205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6368952">
            <a:off x="177800" y="4711700"/>
            <a:ext cx="5575300" cy="5435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074900" y="3822700"/>
            <a:ext cx="1536700" cy="57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836400" y="7099300"/>
            <a:ext cx="17653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055600" y="5575300"/>
            <a:ext cx="77470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836400" y="9588500"/>
            <a:ext cx="32385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3872852">
            <a:off x="11976100" y="6794500"/>
            <a:ext cx="927100" cy="901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70000" y="1130300"/>
            <a:ext cx="8382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09300" y="3124200"/>
            <a:ext cx="2552700" cy="161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18100" y="6680200"/>
            <a:ext cx="16116300" cy="355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747000" y="12674600"/>
            <a:ext cx="6324600" cy="35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360900" y="1155700"/>
            <a:ext cx="1701800" cy="165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118100" y="1155700"/>
            <a:ext cx="14782800" cy="142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22800" y="3378200"/>
            <a:ext cx="16421100" cy="948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17600" y="1155700"/>
            <a:ext cx="2628900" cy="92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92900" y="11620500"/>
            <a:ext cx="1282700" cy="106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0200" y="393700"/>
            <a:ext cx="32131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20817770">
            <a:off x="685800" y="7708900"/>
            <a:ext cx="5397500" cy="548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71700" y="9423400"/>
            <a:ext cx="2413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33333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-12000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383000" y="3733800"/>
            <a:ext cx="6578600" cy="872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0" y="2692400"/>
            <a:ext cx="6578600" cy="1155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640300" y="2895600"/>
            <a:ext cx="4076700" cy="76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2400" y="3733800"/>
            <a:ext cx="6578600" cy="8724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22400" y="2692400"/>
            <a:ext cx="6578600" cy="1155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67000" y="2895600"/>
            <a:ext cx="4076700" cy="76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02700" y="3733800"/>
            <a:ext cx="6578600" cy="872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902700" y="2692400"/>
            <a:ext cx="6578600" cy="1155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0" y="2895600"/>
            <a:ext cx="4076700" cy="76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005300" y="5067300"/>
            <a:ext cx="5334000" cy="5461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28800" y="1346200"/>
            <a:ext cx="13208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283700" y="5156200"/>
            <a:ext cx="5816600" cy="4838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06600" y="4406900"/>
            <a:ext cx="5575300" cy="7454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33333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-12000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3568700"/>
            <a:ext cx="205486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12900" y="5676900"/>
            <a:ext cx="211582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2900" y="7785100"/>
            <a:ext cx="18592800" cy="3556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1701800"/>
            <a:ext cx="54864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95500" y="1828800"/>
            <a:ext cx="3556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33333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32000" y="419100"/>
            <a:ext cx="1333500" cy="2082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2148000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889000"/>
            <a:ext cx="22352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47100" y="12001500"/>
            <a:ext cx="72771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0" y="5676900"/>
            <a:ext cx="8382000" cy="237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